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1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3088" y="1815465"/>
            <a:ext cx="63578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 Tracking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66583" y="2516505"/>
            <a:ext cx="30108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– Flipkart SQL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65161" y="3141345"/>
            <a:ext cx="361355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Checkpoints, Delay Reasons &amp; Critical Orders 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order, list the last checkpoint and time from shipment tracking data.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most common delay reasons (excluding None) with percentages.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orders with more than 2 delayed checkpoints for intervention.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shipment flow and bottleneck identification across network.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7780020" cy="1583293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59743"/>
            <a:ext cx="7780020" cy="1135975"/>
          </a:xfrm>
          <a:prstGeom prst="roundRect">
            <a:avLst>
              <a:gd name="adj" fmla="val 32198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6.1: Last Checkpoint &amp; Time for Each Order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96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the most recent checkpoint and timestamp for every order in tracking system.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2076450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Order_ID,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2295882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MAX(Checkpoint_Time) AS last_checkpoint_time,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515315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MAX(Checkpoint_Description) AS last_checkpoint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734747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flipkart_shipmenttracking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954179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Order_ID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00100" y="3173611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Order_ID;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62000" y="3812143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298 Orders Tracked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2000" y="4042172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Processed: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298 total orders in system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62000" y="4252079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Hubs: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Hub_5_Lucknow, Hub_5_Delhi, Hub_5_Pune (most active)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62000" y="4461987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Range:</a:t>
            </a: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July 2025 - August 2025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BB1DA4-4D4F-5F8F-1977-543632FA2132}"/>
              </a:ext>
            </a:extLst>
          </p:cNvPr>
          <p:cNvSpPr txBox="1"/>
          <p:nvPr/>
        </p:nvSpPr>
        <p:spPr>
          <a:xfrm>
            <a:off x="478302" y="295422"/>
            <a:ext cx="8166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6.1: Screenshot of Last Checkpoint &amp; Time for Each Order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9CFD83-0EE9-AFD9-310D-7447DDF6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85" y="811530"/>
            <a:ext cx="7526215" cy="42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55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780020" cy="1802725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67695"/>
            <a:ext cx="7780020" cy="1116925"/>
          </a:xfrm>
          <a:prstGeom prst="roundRect">
            <a:avLst>
              <a:gd name="adj" fmla="val 32747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6.2: Most Common Delay Reasons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top delay reasons excluding 'None' with percentage distribution analysis.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Delay_Reason,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884402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AS delay_count,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103834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ROUND(COUNT(*)*100.0/SUM(COUNT(*)) OVER(), 2) AS delay_percentage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323266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flipkart_shipmenttracking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542699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Delay_Reason != 'None' AND Delay_Reason IS NOT NULL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00100" y="2762131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Delay_Reason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00100" y="2981563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delay_count DESC;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62000" y="3620095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3 Main Delay Reasons (Total: 686 delays)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62000" y="3850125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Traffic: 387 delays (56.41%) - PRIMARY ISSUE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62000" y="4050506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Weather: 192 delays (27.99%) - SECONDARY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62000" y="4250889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Technical Issue: 107 delays (15.60%) - TERTIARY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9F074-842D-6DAB-BAE5-00D344FEE9C1}"/>
              </a:ext>
            </a:extLst>
          </p:cNvPr>
          <p:cNvSpPr txBox="1"/>
          <p:nvPr/>
        </p:nvSpPr>
        <p:spPr>
          <a:xfrm>
            <a:off x="837027" y="260253"/>
            <a:ext cx="6689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6.2: Screenshot of Most Common Delay Reasons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21CF94-F6CE-BB91-2BE8-3E01BDC14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07" y="681403"/>
            <a:ext cx="7695028" cy="432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62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780020" cy="202215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87128"/>
            <a:ext cx="7780020" cy="1116925"/>
          </a:xfrm>
          <a:prstGeom prst="roundRect">
            <a:avLst>
              <a:gd name="adj" fmla="val 32747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6.3: Orders with &gt;2 Delayed Checkpoints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critical orders experiencing multiple delays across their shipment journey.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Order_ID,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90600" y="1884404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AS total_checkpoints,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90600" y="2103834"/>
            <a:ext cx="73915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SUM(CASE WHEN Delay_Reason != 'None' AND Delay_Reason IS NOT NULL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181100" y="2323267"/>
            <a:ext cx="719724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1 ELSE 0 END) AS delayed_checkpoints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00100" y="2542698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flipkart_shipmenttracking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00100" y="2762131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Order_ID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00100" y="2981565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delayed_checkpoints &gt; 2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00100" y="3200995"/>
            <a:ext cx="758586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delayed_checkpoints DESC;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62000" y="3839528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138 Critical Orders Identified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62000" y="4069556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WORST: FLP-ORD-0202 (8 delayed / 9 total checkpoints = 88.9%)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62000" y="4269939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High Risk: 8 orders with 7 delays each (77.8%-87.5% delay rate)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62000" y="4470320"/>
            <a:ext cx="7624724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Priority: Immediate customer outreach + root cause analysis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2A2073-A48B-3262-C193-95EB18DC0182}"/>
              </a:ext>
            </a:extLst>
          </p:cNvPr>
          <p:cNvSpPr txBox="1"/>
          <p:nvPr/>
        </p:nvSpPr>
        <p:spPr>
          <a:xfrm>
            <a:off x="520505" y="232117"/>
            <a:ext cx="784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6.3: Screenshot of Orders with &gt;2 Delayed Checkpoints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230FC8-2BEC-A5EF-550F-2E3F2AC20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7" y="640520"/>
            <a:ext cx="7842738" cy="441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7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Delay Reasons Breakdown (686 Total Delays)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58496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of shipment delays across Flipkart network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Traffic accounts for majority (56.41%) of delays - requires immediate route optimization &amp; traffic prediction system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889C4D-C54D-8748-1411-0B47A8C24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57" y="2019300"/>
            <a:ext cx="7315199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Top 10 Critical Orders (&gt;2 Delays)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requiring immediate intervention and investigation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0"/>
            <a:ext cx="74615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Critical Orders: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138 | </a:t>
            </a: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&gt;2 Delays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1509B-5F0A-C6B3-CD75-16E689B45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16380"/>
            <a:ext cx="6705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822960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5041"/>
            <a:ext cx="7924800" cy="822960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0400"/>
            <a:ext cx="7924800" cy="822960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75759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Key Findings &amp; Patterns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0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Traffic Dominates:</a:t>
            </a: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56.41% of all delays caused by traffic congestion (387/686 delays)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529841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Environmental Factors:</a:t>
            </a: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Weather (27.99%) + Technical (15.60%) = 43.59% of delays combined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505200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Critical Orders:</a:t>
            </a: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138 orders with &gt;2 delays identified (46.3% of total orders at risk)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4480559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Hub Analysis: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Hub_5 locations (Lucknow, Delhi, Pune, Mumbai, Kolkata) are final checkpoints for majority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244917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46997"/>
            <a:ext cx="7924800" cy="1244917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44316"/>
            <a:ext cx="7924800" cy="1052989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Root Cause Analysis by Delay Type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Traffic (56.41% - 387 delays)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05941"/>
            <a:ext cx="73152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hours: 9-11 AM, 5-7 PM | Urban routes (Mumbai, Bengaluru) most affected | Solution: Route optimization, time-window adjustments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400" y="2951797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☔ Weather (27.99% - 192 delays)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3260"/>
            <a:ext cx="73152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season (June-Sept) impact | Coastal regions more vulnerable | Solution: Weather forecasting integration, flexible timelines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349116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Technical Issue (15.60% - 107 delays)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600575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tracking failures | GPS device malfunction | Solution: IoT system maintenance, redundant tracking backup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1 - TRAFFIC MANAGEMENT (56% of delays):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AI-powered route optimization system. Use real-time traffic data to suggest alternate routes. Reduce 387 traffic delays to &lt;150/month within 60 days.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2 - WEATHER CONTINGENCY (28% of delays):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 weather forecasting API. Adjust delivery windows proactively. Build weather-resilient routes during monsoon season.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3 - TECHNICAL RESILIENCE (16% of delays):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Upgrade GPS tracking infrastructure. Implement dual-tracking system. Monthly device maintenance schedule.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4 - CUSTOMER INTERVENTION: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Proactive SMS/email for 138 critical orders. Dedicated support team for orders with &gt;3 delays. Compensation/priority processing policy.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Target: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total delays from 686 to &lt;300/month. Achieve &lt;20% of orders with &gt;2 delays (from current 46.3%).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27123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815841"/>
            <a:ext cx="7924800" cy="103632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3-Week Implementation Roadmap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2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1 - Analysis &amp; Planning: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 dive into 138 critical orders. Identify traffic hotspots. Map weather-vulnerable routes. Plan technical upgrades.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743200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2 - Pilot &amp; Testing: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traffic optimization on 3 major routes. Test weather API integration. Upgrade 20% of tracking devices.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931923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3 - Rollout &amp; Monitoring: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Full-scale traffic system deployment. Weather integration live. Complete technical device upgrades. Daily performance tracking.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5120641"/>
            <a:ext cx="72771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Delay reduction to &lt;200 by end of week 3 | Orders with &gt;2 delays drop to &lt;35% | Traffic delays reduced by 40%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7602" y="609600"/>
            <a:ext cx="38487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18177" y="1325882"/>
            <a:ext cx="610752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Mapped 298 orders to their last checkpoints across 15+ hubs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18177" y="1767841"/>
            <a:ext cx="610752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Identified 3 root causes (Traffic: 56.41%, Weather: 27.99%, Technical: 15.60%)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18177" y="2209800"/>
            <a:ext cx="610752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Flagged 138 critical orders requiring immediate intervention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18177" y="2651759"/>
            <a:ext cx="610752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Priority Action: Launch traffic optimization system + weather integration within week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1048</Words>
  <Application>Microsoft Office PowerPoint</Application>
  <PresentationFormat>On-screen Show (16:9)</PresentationFormat>
  <Paragraphs>96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annapurnamandal16@gmail.com</cp:lastModifiedBy>
  <cp:revision>3</cp:revision>
  <dcterms:created xsi:type="dcterms:W3CDTF">2025-12-08T11:16:21Z</dcterms:created>
  <dcterms:modified xsi:type="dcterms:W3CDTF">2025-12-13T14:36:22Z</dcterms:modified>
</cp:coreProperties>
</file>