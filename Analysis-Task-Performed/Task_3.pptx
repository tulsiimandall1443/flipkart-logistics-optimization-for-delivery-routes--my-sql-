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7" r:id="rId7"/>
    <p:sldId id="260" r:id="rId8"/>
    <p:sldId id="268" r:id="rId9"/>
    <p:sldId id="261" r:id="rId10"/>
    <p:sldId id="262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13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Route Optimization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delivery time, traffic delays, and efficiency ratios for all 20 routes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Delivery Time: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Order_Date to Actual_Delivery_Date (in days)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Delay: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delay minutes from route master data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Ratio: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Distance_KM ÷ Average_Travel_Time_Min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Percentage of orders delivered after expected 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0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Query1: Route-Level Metrics Calculation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SQL query to extract all 4 route metrics from orders and routes data: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44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r.Route_ID, r.Start_Location, r.End_Location,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AVG(DATEDIFF(o.Actual_Delivery_Date, o.Order_Date)) AS avg_delivery_time_days,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r.Traffic_Delay_Min AS avg_traffic_delay_min,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(r.Distance_KM * 1.0 / r.Average_Travel_Time_Min) AS distance_time_efficiency,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AVG(DATEDIFF(o.Actual_Delivery_Date, o.Expected_Delivery_Date)) AS avg_delay_days,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SUM(CASE WHEN DATEDIFF(o.Actual_Delivery_Date, o.Expected_Delivery_Date) &gt; 0 THEN 1 ELSE 0 END) * 100.0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COUNT(*) AS delayed_pct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flipkart_orders AS o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JOIN flipkart_routes AS r ON o.Route_ID = r.Route_ID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BY r.Route_ID, r.Start_Location, r.End_Location, r.Distance_KM, r.Average_Travel_Time_Min, r.Traffic_Delay_Min;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EC1029-EAF8-E6A9-A7BB-44C4FE1F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45" y="970231"/>
            <a:ext cx="6731391" cy="37864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ED4438-A0F0-A3EB-E31A-EAE1D6DF5A93}"/>
              </a:ext>
            </a:extLst>
          </p:cNvPr>
          <p:cNvSpPr txBox="1"/>
          <p:nvPr/>
        </p:nvSpPr>
        <p:spPr>
          <a:xfrm>
            <a:off x="1104314" y="386862"/>
            <a:ext cx="6970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Query1: Screenshot of Route-Level Metrics Calculation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72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0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Route Metrics Explained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 showing all 4 metrics for top-performing and problem routes: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99616" y="3752850"/>
            <a:ext cx="74615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efficiency ratio = better performance. Delayed % should be &lt;10% for optimal routes.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B0B79A-522D-6672-B20E-38521C512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81" y="1539240"/>
            <a:ext cx="7873219" cy="1805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0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❌Query2: Top 3 Routes with WORST Efficiency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efficiency ratio = slower route (km per minute is low)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F144F-A635-734D-F627-27A1363A4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760" y="2169160"/>
            <a:ext cx="5834380" cy="1558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41EEF-CF25-0D0E-D61E-DFA8BB7442B2}"/>
              </a:ext>
            </a:extLst>
          </p:cNvPr>
          <p:cNvSpPr txBox="1"/>
          <p:nvPr/>
        </p:nvSpPr>
        <p:spPr>
          <a:xfrm>
            <a:off x="963637" y="302455"/>
            <a:ext cx="6752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Query2: Screenshot of Top 3 Routes with worst efficiency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35BB2-FCB1-68CC-2F85-9282106F2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" y="724046"/>
            <a:ext cx="7856806" cy="441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27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1785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3557" y="609600"/>
            <a:ext cx="83693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📊Query 3: Routes with &gt;20% Delayed Shipments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routes exceed 20% delay threshold (should be &lt;10% for best practice)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2896" y="4163060"/>
            <a:ext cx="74615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</a:t>
            </a: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of routes fail to meet acceptable delay targets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D6E760-C970-BA75-3930-5E34464C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320" y="1711325"/>
            <a:ext cx="1935480" cy="2735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FB792-68D0-110D-FE99-8710DFC4A47D}"/>
              </a:ext>
            </a:extLst>
          </p:cNvPr>
          <p:cNvSpPr txBox="1"/>
          <p:nvPr/>
        </p:nvSpPr>
        <p:spPr>
          <a:xfrm>
            <a:off x="471268" y="393895"/>
            <a:ext cx="85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3: Screenshot of Routes with &gt;20% Delayed Shipments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3FBAC9-549C-91AF-EB99-CDB609901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91" y="893738"/>
            <a:ext cx="7280031" cy="409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8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1"/>
            <a:ext cx="7924800" cy="1489710"/>
          </a:xfrm>
          <a:prstGeom prst="rect">
            <a:avLst/>
          </a:prstGeom>
          <a:solidFill>
            <a:srgbClr val="FECAC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28950"/>
            <a:ext cx="7924800" cy="1489710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CRITICAL FINDING: RT_13 &amp; RT_14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2 routes have BOTH worst efficiency AND highest delay rates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844041"/>
            <a:ext cx="74226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RT_13: Hyderabad → Jaipur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2164080"/>
            <a:ext cx="742264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</a:t>
            </a: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0.728 km/min (WORST)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2350770"/>
            <a:ext cx="742264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Rate:</a:t>
            </a: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54.55% (HIGHEST)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2537461"/>
            <a:ext cx="742264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Time:</a:t>
            </a: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1481 min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3333750"/>
            <a:ext cx="74226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RT_14: Mumbai → Mumbai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3653791"/>
            <a:ext cx="742264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</a:t>
            </a: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1.001 km/min (2nd WORST)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2500" y="3840480"/>
            <a:ext cx="742264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Rate:</a:t>
            </a: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35.29% (2nd HIGHEST)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4027170"/>
            <a:ext cx="742264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Delay:</a:t>
            </a: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 min avg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Optimization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0"/>
            <a:ext cx="762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1 - RT_13 (Hyderabad → Jaipur):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Re-route via intermediate hubs. Split into RT_13A and RT_13B. Current 1481-min travel time is excessive.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2 - RT_14 (Mumbai → Mumbai):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route delays suggest traffic congestion. Implement time-window adjustments (early morning/late evening deliveries).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3 - RT_05 (Pune → Pune):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40% delay rate on local route. Increase agent count or use multiple delivery slots.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High-Traffic Routes: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RT_15 (87 min delay), RT_08 (90 min delay), RT_17 (81 min delay) → Allocate more resources or adjust time windows.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Performers: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RT_19 (7.48 km/min), RT_12 (4.98), RT_10 (4.94) → Use as templates for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5041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0400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75759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Implementation Action Plan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2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Conduct root cause analysis for RT_13 and RT_14 (traffic, logistics, agent issues)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529841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route re-design for top 3 critical routes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505200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KPIs and measure improvement in delay rates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4480559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Goal: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overall delayed shipments from 70% routes to &lt;15% within 30 days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1370" y="609600"/>
            <a:ext cx="46012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88006" y="1249682"/>
            <a:ext cx="596798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Task 2: Calculated delivery delays and identified warehouse-wise rankings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88006" y="1691641"/>
            <a:ext cx="596798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Task 3: Analyzed route efficiency and discovered critical bottlenecks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88006" y="2133600"/>
            <a:ext cx="596798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Recommendation: Focus on RT_13, RT_14, and RT_05 for immediate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88006" y="2575559"/>
            <a:ext cx="596798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Expected Impact: 20-30% improvement in on-time delivery rates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827</Words>
  <Application>Microsoft Office PowerPoint</Application>
  <PresentationFormat>On-screen Show (16:9)</PresentationFormat>
  <Paragraphs>64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annapurnamandal16@gmail.com</cp:lastModifiedBy>
  <cp:revision>3</cp:revision>
  <dcterms:created xsi:type="dcterms:W3CDTF">2025-12-08T10:02:05Z</dcterms:created>
  <dcterms:modified xsi:type="dcterms:W3CDTF">2025-12-13T14:13:50Z</dcterms:modified>
</cp:coreProperties>
</file>