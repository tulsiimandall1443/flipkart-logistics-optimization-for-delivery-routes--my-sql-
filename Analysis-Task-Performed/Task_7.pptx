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1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8302" y="1815465"/>
            <a:ext cx="5467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KPI Reporting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66583" y="2516505"/>
            <a:ext cx="30108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 – Flipkart SQL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8710" y="3141345"/>
            <a:ext cx="3386581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Delays, On-Time Delivery %, &amp; Traffic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average delivery delay per region (Start_Location).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on-time delivery % per region using formula: (On-Time / Total) × 100.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average traffic delay impact per route with percentage distribution.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regional performance gaps and traffic hotspots for optimization.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1144429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09399"/>
            <a:ext cx="7924800" cy="907018"/>
          </a:xfrm>
          <a:prstGeom prst="roundRect">
            <a:avLst>
              <a:gd name="adj" fmla="val 40326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7.1: Average Delivery Delay per Region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average delay days for each region by comparing actual vs expected delivery dates.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r.Start_Location AS region, COUNT(*) AS total_deliveries,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874877"/>
            <a:ext cx="753922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AVG(DATEDIFF(o.Actual_Delivery_Date, o.Expected_Delivery_Date)) AS avg_delivery_delay_days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00100" y="2084784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 o JOIN flipkart_routes r ON o.Route_ID = r.Route_ID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294691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r.Start_Location ORDER BY avg_delivery_delay_days DESC;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2961799"/>
            <a:ext cx="77724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6 Regions Analyzed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62000" y="3182302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WORST: Ahmedabad (0.61 days avg) - 33 deliveries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62000" y="3382685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BEST: Hyderabad (0.38 days avg) - 155 deliveries (LARGEST VOLUME)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FB004-B886-CDD2-FF5B-77A3026A3094}"/>
              </a:ext>
            </a:extLst>
          </p:cNvPr>
          <p:cNvSpPr txBox="1"/>
          <p:nvPr/>
        </p:nvSpPr>
        <p:spPr>
          <a:xfrm>
            <a:off x="675249" y="351692"/>
            <a:ext cx="6970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7.1: Screenshot of Average Delivery Delay per Region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AFE5C8-40DC-43E0-5AE7-44B61484B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783394"/>
            <a:ext cx="7751298" cy="43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1325761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90731"/>
            <a:ext cx="7924800" cy="907018"/>
          </a:xfrm>
          <a:prstGeom prst="roundRect">
            <a:avLst>
              <a:gd name="adj" fmla="val 40326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7.2: On-Time Delivery % per Region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% of orders delivered on or before expected date per region.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r.Start_Location AS region, COUNT(*) AS total_deliveries,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874877"/>
            <a:ext cx="753922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DATEDIFF(...) &lt;= 0 THEN 1 ELSE 0 END) AS on_time_deliveries,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084784"/>
            <a:ext cx="753922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ROUND(SUM(...)*100.0/COUNT(*), 2) AS on_time_percentage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294691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 o JOIN flipkart_routes r ON o.Route_ID = r.Route_ID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504599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r.Start_Location ORDER BY on_time_percentage ASC;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3143131"/>
            <a:ext cx="77724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Regional On-Time Performance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3363635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CRITICAL: Bengaluru (66.67%) - BELOW BENCHMARK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3564017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BEST: Hyderabad (76.13%) - 155 orders, highest volume &amp; best performance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360FD-2561-8AC4-BA20-8757D74EAA63}"/>
              </a:ext>
            </a:extLst>
          </p:cNvPr>
          <p:cNvSpPr txBox="1"/>
          <p:nvPr/>
        </p:nvSpPr>
        <p:spPr>
          <a:xfrm>
            <a:off x="815926" y="288388"/>
            <a:ext cx="699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7.2: Screenshot of  On-Time Delivery % per Region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3AE739-BF17-C6BF-8F15-0B68E4C19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2" y="747786"/>
            <a:ext cx="7814603" cy="439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6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153566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00640"/>
            <a:ext cx="7924800" cy="907018"/>
          </a:xfrm>
          <a:prstGeom prst="roundRect">
            <a:avLst>
              <a:gd name="adj" fmla="val 40326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7.3: Traffic Delay Impact per Route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with most traffic delays and their percentage distribution across network.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o.Route_ID, r.Start_Location, r.End_Location,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874879"/>
            <a:ext cx="753922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AS total_traffic_delays,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084784"/>
            <a:ext cx="753922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ROUND(COUNT(*)*100.0/SUM(COUNT(*)) OVER(), 2) AS traffic_delay_percentage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294692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flipkart_shipmenttracking st JOIN flipkart_orders o ON st.Order_ID = o.Order_ID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504598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flipkart_routes r ON o.Route_ID = r.Route_ID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0100" y="2714506"/>
            <a:ext cx="773353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st.Delay_Reason = 'Traffic' GROUP BY o.Route_ID ORDER BY total_traffic_delays DESC;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62000" y="3353040"/>
            <a:ext cx="77724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15 Routes with Traffic Delays (388 total)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2000" y="3573542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WORST: RT_03 (Hyderabad→Mumbai) - 30 delays (7.75%)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2000" y="3773925"/>
            <a:ext cx="77724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HOT ROUTE: RT_05 (Pune→Pune) - 29 delays (7.49%)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C70FA-5796-29CC-2D19-5C281420B827}"/>
              </a:ext>
            </a:extLst>
          </p:cNvPr>
          <p:cNvSpPr txBox="1"/>
          <p:nvPr/>
        </p:nvSpPr>
        <p:spPr>
          <a:xfrm>
            <a:off x="1153551" y="175846"/>
            <a:ext cx="6330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7.3: Screenshot of Traffic Delay Impact per Route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9F3647-0268-D875-D7FF-1960E2F4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5" y="648872"/>
            <a:ext cx="7990449" cy="449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9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344424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Average Delivery Delay per Region (Days)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 - ideal target: &lt;0.50 days average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518661"/>
            <a:ext cx="74615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Hyderabad (155 orders, largest volume) achieves best performance at 0.38 days avg delay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B6E29-305B-9F09-0D6F-BDB47216B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8224"/>
            <a:ext cx="6644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344424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On-Time Delivery % by Region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benchmark: &gt;80% on-time delivery | Industry standard for logistics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518661"/>
            <a:ext cx="74615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ALERT:</a:t>
            </a: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regions BELOW 80% benchmark! Hyderabad closest but still 3.87% below target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25601-557C-AD84-B250-7251019EB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94511"/>
            <a:ext cx="665988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2"/>
            <a:ext cx="7924800" cy="3426654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Traffic Delay Hotspots (Top 10 Routes)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 total traffic delays identified across 15 routes - concentration in 3 major routes (22.9%)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99736" y="4466788"/>
            <a:ext cx="74615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Pattern: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Hyderabad→Lucknow corridor has 4 routes in top 8 (critical inter-state route)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C43A09-DFB6-6E67-4994-2DDD100C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69515"/>
            <a:ext cx="6096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03632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7924800" cy="103632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7123"/>
            <a:ext cx="7924800" cy="103632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815841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Critical KPI Findings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Performance Crisis: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region meets 80% on-time benchmark. Best performer (Hyderabad) at only 76.13% = 3.87% below 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743200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Bengaluru Worst: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66.67% on-time (only 8/12 orders) + 0.50 days avg delay = IMMEDIATE INTERVENTION REQUIRED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931923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Traffic Concentration:</a:t>
            </a: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RT_03, RT_05, RT_19 account for 22.9% of all traffic delays (87/388) - focused mitigation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5120641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Regional Leader: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Hyderabad (155 orders, highest volume) achieves best KPIs (0.38 days delay, 76.13% on-time) - benchmark model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44917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46997"/>
            <a:ext cx="7924800" cy="1244917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44316"/>
            <a:ext cx="7924800" cy="1244917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Root Cause Analysis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On-Time % is 10-13% below benchmark: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05941"/>
            <a:ext cx="73152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Traffic delays (56.41% of all delays) primary cause • Weather issues (27.99%) seasonal impact • Technical failures (15.60%) tracking gaps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2951797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regional variation exists: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3260"/>
            <a:ext cx="73152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Ahmedabad (0.61 days) - small volume (33 orders) amplifies individual delays • Mumbai (51 orders) has urban congestion • Hyderabad (155 orders) benefits from scale + route optimization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349116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hotspot correlation: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00575"/>
            <a:ext cx="73152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Inter-state routes (Hyderabad→Lucknow, Hyderabad→Mumbai) have highest delays • Urban delivery zones (Pune, Mumbai) experience peak-hour congestion • Solution: Time-window adjustments + route diversification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Priority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CRITICAL: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Bengaluru (66.67%) requires emergency intervention. Reassess routes, add capacity, implement time-slot optimization. Target: 75% in 30 days.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HIGH: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Mumbai, Lucknow, Pune (68-69%) need traffic prediction system. Deploy real-time routing for 3 worst routes (RT_03, RT_05, RT_19).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URGENT: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Leverage Hyderabad model (76.13% + 0.38 days). Document best practices, replicate across other regions within 60 days.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4 - OPTIMIZATION: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dynamic time windows to absorb 0.3-0.5 day delays. Reduce on-time % definition impact by buffering delivery estimates.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Target: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Achieve 80% on-time % across all regions within 90 days. Focus on reducing traffic delays from 388 to &lt;250 through route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7123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815841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30-Day Execution Roadmap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1-7 (Analysis):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Root cause audit for Bengaluru (why 66.67%?). Identify specific traffic bottlenecks in RT_03, RT_05, RT_19. Collect on-ground 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743200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8-14 (Implementation):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real-time routing on 3 worst routes. Adjust delivery time windows for peak hours. Add 2-3 buffer hours to estimates.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931923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15-21 (Scaling):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Roll out time-window optimization to all regions. Implement Hyderabad best-practice playbook. Monitor KPIs daily.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5120641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22-30 (Review):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 impact vs targets. Bengaluru target: 72%+ on-time | All regions: reduce delays by 25% | Traffic delays: &lt;320 (from 388)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755" y="1391722"/>
            <a:ext cx="7992794" cy="1061807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102" y="2502220"/>
            <a:ext cx="7992794" cy="1121567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8755" y="3722184"/>
            <a:ext cx="8083296" cy="133612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827277"/>
            <a:ext cx="7924800" cy="1209913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KPI Summary Dashboard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1554482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Delay (Best)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41248" y="1792128"/>
            <a:ext cx="74615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41248" y="2249328"/>
            <a:ext cx="7461504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96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 (days)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41248" y="2615092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% (Best)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41248" y="2868744"/>
            <a:ext cx="74615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76.13%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1248" y="3335837"/>
            <a:ext cx="7461504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96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 (155 orders)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41248" y="3912309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Hotspot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4143" y="4132658"/>
            <a:ext cx="74615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4143" y="4657775"/>
            <a:ext cx="7461504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96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RT_03 delays (7.75%)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914400" y="6132077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Network Status: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14400" y="6369727"/>
            <a:ext cx="7315200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CRITICAL: 0 regions meet 80% benchmark | 388 traffic delays across 15 routes | Gap to target: 3.87% (Hyderabad) to 13.33% (Bengaluru)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7602" y="609600"/>
            <a:ext cx="3848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55181" y="1325882"/>
            <a:ext cx="68335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Calculated average delivery delays across 6 regions (0.38-0.61 days range)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5181" y="1767841"/>
            <a:ext cx="68335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Computed on-time delivery % for all regions (66.67%-76.13% performance gap)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5181" y="2209800"/>
            <a:ext cx="68335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Identified traffic hotspots: RT_03, RT_05, RT_19 account for 22.9% of delays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5181" y="2651759"/>
            <a:ext cx="68335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Critical Action: Bengaluru emergency intervention + traffic routing optimization on 3 worst routes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1344</Words>
  <Application>Microsoft Office PowerPoint</Application>
  <PresentationFormat>On-screen Show (16:9)</PresentationFormat>
  <Paragraphs>104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3</cp:revision>
  <dcterms:created xsi:type="dcterms:W3CDTF">2025-12-08T11:30:07Z</dcterms:created>
  <dcterms:modified xsi:type="dcterms:W3CDTF">2025-12-13T14:41:22Z</dcterms:modified>
</cp:coreProperties>
</file>