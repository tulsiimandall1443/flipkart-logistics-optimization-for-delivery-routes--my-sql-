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5" r:id="rId4"/>
    <p:sldId id="259" r:id="rId5"/>
    <p:sldId id="266" r:id="rId6"/>
    <p:sldId id="261" r:id="rId7"/>
    <p:sldId id="267" r:id="rId8"/>
    <p:sldId id="263" r:id="rId9"/>
    <p:sldId id="268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SQL Logistics Analytics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Queries + Result Tables + Visual Placeholders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Remove Duplicate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📌 Query:</a:t>
            </a:r>
          </a:p>
          <a:p>
            <a:r>
              <a:rPr lang="en-US" dirty="0"/>
              <a:t>SELECT </a:t>
            </a:r>
            <a:r>
              <a:rPr lang="en-US" dirty="0" err="1"/>
              <a:t>Order_ID</a:t>
            </a:r>
            <a:r>
              <a:rPr lang="en-US" dirty="0"/>
              <a:t>, COUNT(*) AS </a:t>
            </a:r>
            <a:r>
              <a:rPr lang="en-US" dirty="0" err="1"/>
              <a:t>countFROM</a:t>
            </a:r>
            <a:r>
              <a:rPr lang="en-US" dirty="0"/>
              <a:t> </a:t>
            </a:r>
            <a:r>
              <a:rPr lang="en-US" dirty="0" err="1"/>
              <a:t>flipkart_ordersGROUP</a:t>
            </a:r>
            <a:r>
              <a:rPr lang="en-US" dirty="0"/>
              <a:t> BY </a:t>
            </a:r>
            <a:r>
              <a:rPr lang="en-US" dirty="0" err="1"/>
              <a:t>Order_IDHAVING</a:t>
            </a:r>
            <a:r>
              <a:rPr lang="en-US" dirty="0"/>
              <a:t> COUNT(*) &gt; 1;</a:t>
            </a:r>
            <a:endParaRPr dirty="0"/>
          </a:p>
          <a:p>
            <a:r>
              <a:rPr dirty="0"/>
              <a:t>📊 Result:</a:t>
            </a:r>
            <a:r>
              <a:rPr lang="en-US" dirty="0"/>
              <a:t> Zero</a:t>
            </a:r>
            <a:endParaRPr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B2592-C560-1649-BCF6-F4277D28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Step:1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DFDBB5-4E48-5299-8594-2A4B537B5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240" y="1657191"/>
            <a:ext cx="6827520" cy="44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9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Count Null Traffic Delay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📌 Query:</a:t>
            </a:r>
          </a:p>
          <a:p>
            <a:r>
              <a:rPr dirty="0"/>
              <a:t>SELECT COUNT(*) AS </a:t>
            </a:r>
            <a:r>
              <a:rPr dirty="0" err="1"/>
              <a:t>Null_Count</a:t>
            </a:r>
            <a:endParaRPr dirty="0"/>
          </a:p>
          <a:p>
            <a:r>
              <a:rPr dirty="0"/>
              <a:t>FROM </a:t>
            </a:r>
            <a:r>
              <a:rPr dirty="0" err="1"/>
              <a:t>flipkart_shipmenttracking</a:t>
            </a:r>
            <a:endParaRPr dirty="0"/>
          </a:p>
          <a:p>
            <a:r>
              <a:rPr dirty="0"/>
              <a:t>WHERE </a:t>
            </a:r>
            <a:r>
              <a:rPr dirty="0" err="1"/>
              <a:t>Traffic_Delay_Min</a:t>
            </a:r>
            <a:r>
              <a:rPr dirty="0"/>
              <a:t> IS NULL;</a:t>
            </a:r>
          </a:p>
          <a:p>
            <a:endParaRPr dirty="0"/>
          </a:p>
          <a:p>
            <a:r>
              <a:rPr dirty="0"/>
              <a:t>📊 Result:</a:t>
            </a:r>
            <a:r>
              <a:rPr lang="en-US" dirty="0"/>
              <a:t> Zero</a:t>
            </a:r>
            <a:endParaRPr dirty="0"/>
          </a:p>
          <a:p>
            <a:pPr marL="0" indent="0">
              <a:buNone/>
            </a:pP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93C0-8653-300A-C518-7FED53B9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Step:2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D00FDE-47E4-F558-05EE-F2ED61873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375" y="1664621"/>
            <a:ext cx="6805250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12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Check Date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📌 Query:</a:t>
            </a:r>
          </a:p>
          <a:p>
            <a:r>
              <a:rPr dirty="0"/>
              <a:t>SELECT </a:t>
            </a:r>
            <a:r>
              <a:rPr dirty="0" err="1"/>
              <a:t>Order_Date</a:t>
            </a:r>
            <a:r>
              <a:rPr dirty="0"/>
              <a:t>, </a:t>
            </a:r>
            <a:r>
              <a:rPr dirty="0" err="1"/>
              <a:t>Expected_Delivery_Date</a:t>
            </a:r>
            <a:r>
              <a:rPr dirty="0"/>
              <a:t>, </a:t>
            </a:r>
            <a:r>
              <a:rPr dirty="0" err="1"/>
              <a:t>Delivery_Date</a:t>
            </a:r>
            <a:endParaRPr dirty="0"/>
          </a:p>
          <a:p>
            <a:r>
              <a:rPr dirty="0"/>
              <a:t>FROM </a:t>
            </a:r>
            <a:r>
              <a:rPr dirty="0" err="1"/>
              <a:t>flipkart_orders</a:t>
            </a:r>
            <a:endParaRPr dirty="0"/>
          </a:p>
          <a:p>
            <a:r>
              <a:rPr dirty="0"/>
              <a:t>LIMIT 10;</a:t>
            </a:r>
          </a:p>
          <a:p>
            <a:endParaRPr dirty="0"/>
          </a:p>
          <a:p>
            <a:r>
              <a:rPr dirty="0"/>
              <a:t>📊 Result:</a:t>
            </a:r>
            <a:r>
              <a:rPr lang="en-US" dirty="0"/>
              <a:t> Dates are already in YYY-MM-DD Format 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8D22-1BD2-B4AD-1329-60AA0201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Step:3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CEE602-5378-CBC9-66AB-47F20392C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430" y="1630521"/>
            <a:ext cx="6835140" cy="446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52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4: Incorrect Delivery Dates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📌 Query:</a:t>
            </a:r>
          </a:p>
          <a:p>
            <a:r>
              <a:rPr dirty="0"/>
              <a:t>SELECT *</a:t>
            </a:r>
          </a:p>
          <a:p>
            <a:r>
              <a:rPr dirty="0"/>
              <a:t>FROM </a:t>
            </a:r>
            <a:r>
              <a:rPr dirty="0" err="1"/>
              <a:t>flipkart_orders</a:t>
            </a:r>
            <a:endParaRPr dirty="0"/>
          </a:p>
          <a:p>
            <a:r>
              <a:rPr dirty="0"/>
              <a:t>WHERE </a:t>
            </a:r>
            <a:r>
              <a:rPr dirty="0" err="1"/>
              <a:t>Delivery_Date</a:t>
            </a:r>
            <a:r>
              <a:rPr dirty="0"/>
              <a:t> &lt; </a:t>
            </a:r>
            <a:r>
              <a:rPr dirty="0" err="1"/>
              <a:t>Order_Date</a:t>
            </a:r>
            <a:r>
              <a:rPr dirty="0"/>
              <a:t>;</a:t>
            </a:r>
          </a:p>
          <a:p>
            <a:endParaRPr dirty="0"/>
          </a:p>
          <a:p>
            <a:r>
              <a:rPr dirty="0"/>
              <a:t>📊 Result:</a:t>
            </a:r>
            <a:r>
              <a:rPr lang="en-US" dirty="0"/>
              <a:t> Zero 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A53D-2D44-C5B9-5F62-72C6B7658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Step:4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5D942-770F-FD0B-1E55-F5B957021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670" y="1638141"/>
            <a:ext cx="6804660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8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✔ Duplicate orders removed  </a:t>
            </a:r>
          </a:p>
          <a:p>
            <a:r>
              <a:rPr dirty="0"/>
              <a:t>✔ Null delays handled  </a:t>
            </a:r>
          </a:p>
          <a:p>
            <a:r>
              <a:rPr dirty="0"/>
              <a:t>✔ Date formats standardized  </a:t>
            </a:r>
          </a:p>
          <a:p>
            <a:r>
              <a:rPr dirty="0"/>
              <a:t>✔ Validation checks completed  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184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SQL Logistics Analytics </vt:lpstr>
      <vt:lpstr>Step 1: Remove Duplicate Orders</vt:lpstr>
      <vt:lpstr>Screenshot of Step:1</vt:lpstr>
      <vt:lpstr>Step 2: Count Null Traffic Delay</vt:lpstr>
      <vt:lpstr>Screenshot of Step:2</vt:lpstr>
      <vt:lpstr>Step 3: Check Date Format</vt:lpstr>
      <vt:lpstr>Screenshot of Step:3</vt:lpstr>
      <vt:lpstr>Step 4: Incorrect Delivery Dates Check</vt:lpstr>
      <vt:lpstr>Screenshot of Step:4</vt:lpstr>
      <vt:lpstr>Task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Annu</dc:creator>
  <cp:keywords/>
  <dc:description>generated using python-pptx</dc:description>
  <cp:lastModifiedBy>annapurnamandal16@gmail.com</cp:lastModifiedBy>
  <cp:revision>3</cp:revision>
  <dcterms:created xsi:type="dcterms:W3CDTF">2013-01-27T09:14:16Z</dcterms:created>
  <dcterms:modified xsi:type="dcterms:W3CDTF">2025-12-13T14:21:58Z</dcterms:modified>
  <cp:category/>
</cp:coreProperties>
</file>