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70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06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41145"/>
            <a:ext cx="792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Agent Performance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66583" y="2790825"/>
            <a:ext cx="30108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– Flipkart SQL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78085" y="3415665"/>
            <a:ext cx="3787831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Ranking, Route Assignment &amp; Performance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delivery agents per route by on-time delivery percentage.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agents with on-time delivery performance &lt; 80%.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average delivery speed (days per delivery) of top 5 vs. bottom 5 agents.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performance patterns and workload distribution across agents.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4050"/>
            <a:ext cx="7780020" cy="1401961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78411"/>
            <a:ext cx="7780020" cy="1135975"/>
          </a:xfrm>
          <a:prstGeom prst="roundRect">
            <a:avLst>
              <a:gd name="adj" fmla="val 32198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5.1: Rank Agents per Route by On-Time 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8496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OVER window function ranks agents within each route by on-time delivery percentage.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2076450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Agent_ID, Route_ID, COUNT(*) AS total_deliveries,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2295882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SUM(CASE WHEN Delivery_Date ≤ Expected_Delivery_Date THEN 1 ELSE 0 END) AS on_time_deliveries,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515315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ROUND(SUM(...)*100.0/COUNT(*), 2) AS on_time_percentage,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734747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OVER (PARTITION BY Route_ID ORDER BY on_time_percentage DESC) AS route_rank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0100" y="2954179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flipkart_deliveryagents GROUP BY Agent_ID, Route_ID ORDER BY Route_ID, route_rank;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62000" y="3630811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(Total 50 Rows): Agents ranked per route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2000" y="3860840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 (All Routes):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AG_037 - 100% on-time (10/10, Rank 1 on RT_16)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62000" y="4070747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Performer: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AG_020 - 33.33% on-time (1/3, Rank 5 on RT_02)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62000" y="4280654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Performance: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68.5% on-time across all agents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95174A-017E-51C3-4B9D-492B5C61F676}"/>
              </a:ext>
            </a:extLst>
          </p:cNvPr>
          <p:cNvSpPr txBox="1"/>
          <p:nvPr/>
        </p:nvSpPr>
        <p:spPr>
          <a:xfrm>
            <a:off x="576775" y="189914"/>
            <a:ext cx="7371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5.1: Screenshot of Rank Agents per Route by On-Time %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4ADF21-D5B5-1018-A64E-F390B3EB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5" y="719211"/>
            <a:ext cx="7652825" cy="430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3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4050"/>
            <a:ext cx="7780020" cy="1401961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78411"/>
            <a:ext cx="7780020" cy="1135975"/>
          </a:xfrm>
          <a:prstGeom prst="roundRect">
            <a:avLst>
              <a:gd name="adj" fmla="val 32198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5.2: Agents with On-Time Performance &lt; 80%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8496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agents performing below 80% on-time threshold (performance issue flag).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2076450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Agent_ID, COUNT(*) AS total_deliveries,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2295882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SUM(CASE WHEN Delivery_Date ≤ Expected_Delivery_Date THEN 1 ELSE 0 END) AS on_time_deliveries,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515315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ROUND(SUM(...)*100.0/COUNT(*), 2) AS on_time_percentage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0100" y="2734747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flipkart_deliveryagents GROUP BY Agent_ID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0100" y="2954179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on_time_percentage &lt; 80 ORDER BY on_time_percentage ASC;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62000" y="3630811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23 Agents &lt; 80% Threshold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2000" y="3860841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3: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AG_020 (33.33%), AG_034 (40.00%), AG_011 (40.00%)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62000" y="4070747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60%: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 agents require immediate intervention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62000" y="4280655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Priority: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agents need performance improvement plan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B8618-D9F4-6AB7-68C1-C6EC583A5143}"/>
              </a:ext>
            </a:extLst>
          </p:cNvPr>
          <p:cNvSpPr txBox="1"/>
          <p:nvPr/>
        </p:nvSpPr>
        <p:spPr>
          <a:xfrm>
            <a:off x="386862" y="281354"/>
            <a:ext cx="846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5.2: Screenshot of Agents with On-Time Performance &lt; 80%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4FAE20-8D29-F578-1B34-922079A73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82" y="851094"/>
            <a:ext cx="7455877" cy="419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5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4050"/>
            <a:ext cx="7780020" cy="2040374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116825"/>
            <a:ext cx="7780020" cy="913567"/>
          </a:xfrm>
          <a:prstGeom prst="roundRect">
            <a:avLst>
              <a:gd name="adj" fmla="val 40036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5.3: Speed Comparison - Top 5 vs Bottom 5 Agents (CTE)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8496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CTEs identify top performers and calculate average delivery speed comparison.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2076450"/>
            <a:ext cx="758586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agent_speed AS (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990600" y="2275642"/>
            <a:ext cx="739155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Agent_ID, AVG(DATEDIFF(Delivery_Date, Order_Date)) AS avg_days_per_delivery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990600" y="2474833"/>
            <a:ext cx="739155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flipkart_deliveryagents GROUP BY Agent_ID),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00100" y="2674025"/>
            <a:ext cx="758586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top_5 AS (SELECT * FROM agent_speed ORDER BY avg_days_per_delivery ASC LIMIT 5),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00100" y="2873218"/>
            <a:ext cx="758586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bottom_5 AS (SELECT * FROM agent_speed ORDER BY avg_days_per_delivery DESC LIMIT 5)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00100" y="3072408"/>
            <a:ext cx="7437120" cy="3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'Top 5 Agents' AS group_name, ROUND(AVG(avg_days_per_delivery), 2) AS avg_days_per_delivery, COUNT(*) AS agent_count FROM top_5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00100" y="3442215"/>
            <a:ext cx="758586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ALL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00100" y="3641408"/>
            <a:ext cx="758586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'Bottom 5 Agents', ROUND(AVG(avg_days_per_delivery), 2), COUNT(*) FROM bottom_5;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62000" y="4269225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Speed Comparison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62000" y="4488656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Top 5 Agents: 4.29 days/delivery (9 agents)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62000" y="4689039"/>
            <a:ext cx="7624724" cy="18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Bottom 5 Agents: 5.42 days/delivery (4 agents) - +26.3% slower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035E9B-2ED2-0FEA-8511-8C9967D5DA7D}"/>
              </a:ext>
            </a:extLst>
          </p:cNvPr>
          <p:cNvSpPr txBox="1"/>
          <p:nvPr/>
        </p:nvSpPr>
        <p:spPr>
          <a:xfrm>
            <a:off x="569742" y="246185"/>
            <a:ext cx="7188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5.3: Screenshot of Speed Comparison - Top 5 vs Bottom 5 Agents (CTE)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90711A-8AC5-4D20-4C96-E7614F30D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42" y="938138"/>
            <a:ext cx="7695027" cy="411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4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1"/>
            <a:ext cx="7924800" cy="1949053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88294"/>
            <a:ext cx="7924800" cy="1949053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665947"/>
            <a:ext cx="7924800" cy="1071324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Delivery Speed: Top 5 vs Bottom 5 Agents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days per delivery comparison shows significant performance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7740" y="1844041"/>
            <a:ext cx="7407097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Top 5 Agents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967740" y="2154915"/>
            <a:ext cx="74070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7740" y="2734033"/>
            <a:ext cx="7407097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days/delivery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67740" y="3002161"/>
            <a:ext cx="7407097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agents (includes all-rounder performers)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67740" y="3793094"/>
            <a:ext cx="7407097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Bottom 5 Agents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67740" y="4103968"/>
            <a:ext cx="74070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7740" y="4683086"/>
            <a:ext cx="7407097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days/delivery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67740" y="4951214"/>
            <a:ext cx="7407097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agents (+26.3% slower performance)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52500" y="5970747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2500" y="6229829"/>
            <a:ext cx="742264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agents are </a:t>
            </a:r>
            <a:r>
              <a:rPr lang="en-US" sz="11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 days slower</a:t>
            </a: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delivery = </a:t>
            </a:r>
            <a:r>
              <a:rPr lang="en-US" sz="11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backlog accumulation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25041"/>
            <a:ext cx="7924800" cy="1036320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13759"/>
            <a:ext cx="7924800" cy="822960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Key Findings &amp; Patterns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54482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Top Performers: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AG_037 (100%), AG_050 (100%), AG_032 (100%) deliver perfectly every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2529841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Critical Issues:</a:t>
            </a: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 agents with &lt;50% on-time delivery (AG_020, AG_034, AG_011, AG_012, AG_033, AG_013)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3718559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Performance Gap:</a:t>
            </a: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Bottom 5 agents 26.3% slower = delivery delays cascade through network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Optimization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1 - CRITICAL INTERVENTION: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AG_020, AG_034, AG_011, AG_012, AG_033, AG_013 (all &lt;50%). Immediate retraining + route reassignment.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2 - HIGH ATTENTION: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agents below 80% threshold. Implement 2-week performance improvement plan.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3 - LOAD REBALANCING: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Redistribute deliveries from bottom 5 agents to top performers (AG_037, AG_050, AG_032).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Template: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AG_037 process model (100% on-time, 4.29 days avg) as training benchmark.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Target: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bottom 5 agents from 5.42 to 4.51 days per delivery within 30 days.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38400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13759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89123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2-Week Action Plan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82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1-2: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Critical agent audit (AG_020, AG_034, AG_011, AG_012, AG_033, AG_013) - root cause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743200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3-7: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Intensive retraining program + route optimization (reassign to best routes)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718559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8-14: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monitoring of improved agents + daily performance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4693923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Metrics: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agents &gt;80% on-time, avg delivery speed &lt;4.51 days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7602" y="609600"/>
            <a:ext cx="38487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3258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Ranked all 50 agents per route by on-time delivery 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7678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Identified 23 agents below 80% performance threshold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220980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Found 26.3% speed gap between top and bottom performers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651759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Priority Action: Immediate intervention for 6 critical agents (AG_020, AG_034, AG_011, AG_012, AG_033, AG_013)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1112</Words>
  <Application>Microsoft Office PowerPoint</Application>
  <PresentationFormat>On-screen Show (16:9)</PresentationFormat>
  <Paragraphs>88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annapurnamandal16@gmail.com</cp:lastModifiedBy>
  <cp:revision>3</cp:revision>
  <dcterms:created xsi:type="dcterms:W3CDTF">2025-12-08T11:08:25Z</dcterms:created>
  <dcterms:modified xsi:type="dcterms:W3CDTF">2025-12-13T14:32:11Z</dcterms:modified>
</cp:coreProperties>
</file>